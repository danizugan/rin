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 rtl="0">
      <a:defRPr lang="sl-SI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6623" autoAdjust="0"/>
  </p:normalViewPr>
  <p:slideViewPr>
    <p:cSldViewPr snapToGrid="0">
      <p:cViewPr varScale="1">
        <p:scale>
          <a:sx n="124" d="100"/>
          <a:sy n="124" d="100"/>
        </p:scale>
        <p:origin x="3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rij Ivanušič" userId="6c4326f7-8fbf-4da2-b659-3f2319b16ed1" providerId="ADAL" clId="{6DCD72AE-0F93-4C8C-B33A-84ACA13F9560}"/>
    <pc:docChg chg="undo custSel addSld delSld modSld">
      <pc:chgData name="Jurij Ivanušič" userId="6c4326f7-8fbf-4da2-b659-3f2319b16ed1" providerId="ADAL" clId="{6DCD72AE-0F93-4C8C-B33A-84ACA13F9560}" dt="2025-04-10T09:41:35.666" v="137"/>
      <pc:docMkLst>
        <pc:docMk/>
      </pc:docMkLst>
      <pc:sldChg chg="modSp mod">
        <pc:chgData name="Jurij Ivanušič" userId="6c4326f7-8fbf-4da2-b659-3f2319b16ed1" providerId="ADAL" clId="{6DCD72AE-0F93-4C8C-B33A-84ACA13F9560}" dt="2025-03-28T08:54:14.771" v="44" actId="20577"/>
        <pc:sldMkLst>
          <pc:docMk/>
          <pc:sldMk cId="1487700712" sldId="256"/>
        </pc:sldMkLst>
        <pc:spChg chg="mod">
          <ac:chgData name="Jurij Ivanušič" userId="6c4326f7-8fbf-4da2-b659-3f2319b16ed1" providerId="ADAL" clId="{6DCD72AE-0F93-4C8C-B33A-84ACA13F9560}" dt="2025-03-28T08:54:14.771" v="44" actId="20577"/>
          <ac:spMkLst>
            <pc:docMk/>
            <pc:sldMk cId="1487700712" sldId="256"/>
            <ac:spMk id="3" creationId="{48B6CF59-4E5B-494D-A2F7-97ADD01E6497}"/>
          </ac:spMkLst>
        </pc:spChg>
      </pc:sldChg>
      <pc:sldChg chg="addSp delSp modSp mod modAnim">
        <pc:chgData name="Jurij Ivanušič" userId="6c4326f7-8fbf-4da2-b659-3f2319b16ed1" providerId="ADAL" clId="{6DCD72AE-0F93-4C8C-B33A-84ACA13F9560}" dt="2025-04-10T09:39:34.914" v="124"/>
        <pc:sldMkLst>
          <pc:docMk/>
          <pc:sldMk cId="497607547" sldId="258"/>
        </pc:sldMkLst>
        <pc:spChg chg="mod">
          <ac:chgData name="Jurij Ivanušič" userId="6c4326f7-8fbf-4da2-b659-3f2319b16ed1" providerId="ADAL" clId="{6DCD72AE-0F93-4C8C-B33A-84ACA13F9560}" dt="2025-04-10T09:39:03.195" v="117" actId="20577"/>
          <ac:spMkLst>
            <pc:docMk/>
            <pc:sldMk cId="497607547" sldId="258"/>
            <ac:spMk id="4" creationId="{A070BBED-37C6-4A6D-89B3-E63C3FDD9673}"/>
          </ac:spMkLst>
        </pc:spChg>
        <pc:spChg chg="add del mod">
          <ac:chgData name="Jurij Ivanušič" userId="6c4326f7-8fbf-4da2-b659-3f2319b16ed1" providerId="ADAL" clId="{6DCD72AE-0F93-4C8C-B33A-84ACA13F9560}" dt="2025-03-28T08:57:28.661" v="56" actId="22"/>
          <ac:spMkLst>
            <pc:docMk/>
            <pc:sldMk cId="497607547" sldId="258"/>
            <ac:spMk id="7" creationId="{19F18336-B76A-4A4B-838B-4F1C8FB25405}"/>
          </ac:spMkLst>
        </pc:spChg>
        <pc:spChg chg="add del">
          <ac:chgData name="Jurij Ivanušič" userId="6c4326f7-8fbf-4da2-b659-3f2319b16ed1" providerId="ADAL" clId="{6DCD72AE-0F93-4C8C-B33A-84ACA13F9560}" dt="2025-03-28T08:56:39.945" v="47"/>
          <ac:spMkLst>
            <pc:docMk/>
            <pc:sldMk cId="497607547" sldId="258"/>
            <ac:spMk id="8" creationId="{A375BFF4-8E20-460B-874F-B80A5BAF8892}"/>
          </ac:spMkLst>
        </pc:spChg>
        <pc:spChg chg="add del mod">
          <ac:chgData name="Jurij Ivanušič" userId="6c4326f7-8fbf-4da2-b659-3f2319b16ed1" providerId="ADAL" clId="{6DCD72AE-0F93-4C8C-B33A-84ACA13F9560}" dt="2025-03-28T08:56:51.107" v="49"/>
          <ac:spMkLst>
            <pc:docMk/>
            <pc:sldMk cId="497607547" sldId="258"/>
            <ac:spMk id="9" creationId="{868E22E3-7680-4607-BBC9-728D370A991E}"/>
          </ac:spMkLst>
        </pc:spChg>
        <pc:spChg chg="add del mod">
          <ac:chgData name="Jurij Ivanušič" userId="6c4326f7-8fbf-4da2-b659-3f2319b16ed1" providerId="ADAL" clId="{6DCD72AE-0F93-4C8C-B33A-84ACA13F9560}" dt="2025-03-28T08:57:00.845" v="51"/>
          <ac:spMkLst>
            <pc:docMk/>
            <pc:sldMk cId="497607547" sldId="258"/>
            <ac:spMk id="10" creationId="{F32CE4E9-497C-4BA5-B4F4-346E2F3B2A0E}"/>
          </ac:spMkLst>
        </pc:spChg>
        <pc:spChg chg="add del">
          <ac:chgData name="Jurij Ivanušič" userId="6c4326f7-8fbf-4da2-b659-3f2319b16ed1" providerId="ADAL" clId="{6DCD72AE-0F93-4C8C-B33A-84ACA13F9560}" dt="2025-03-28T08:57:07.214" v="53"/>
          <ac:spMkLst>
            <pc:docMk/>
            <pc:sldMk cId="497607547" sldId="258"/>
            <ac:spMk id="12" creationId="{B6D8FC92-91D0-4C03-B506-C7FBC7CDF632}"/>
          </ac:spMkLst>
        </pc:spChg>
        <pc:spChg chg="add del mod">
          <ac:chgData name="Jurij Ivanušič" userId="6c4326f7-8fbf-4da2-b659-3f2319b16ed1" providerId="ADAL" clId="{6DCD72AE-0F93-4C8C-B33A-84ACA13F9560}" dt="2025-03-28T08:59:42.282" v="65" actId="22"/>
          <ac:spMkLst>
            <pc:docMk/>
            <pc:sldMk cId="497607547" sldId="258"/>
            <ac:spMk id="19" creationId="{C05556A5-A524-4891-84B4-F749011E5291}"/>
          </ac:spMkLst>
        </pc:spChg>
        <pc:picChg chg="add del">
          <ac:chgData name="Jurij Ivanušič" userId="6c4326f7-8fbf-4da2-b659-3f2319b16ed1" providerId="ADAL" clId="{6DCD72AE-0F93-4C8C-B33A-84ACA13F9560}" dt="2025-03-28T08:57:26.660" v="55" actId="22"/>
          <ac:picMkLst>
            <pc:docMk/>
            <pc:sldMk cId="497607547" sldId="258"/>
            <ac:picMk id="14" creationId="{229ADE28-634E-4D06-BA49-68DECBF3BDAC}"/>
          </ac:picMkLst>
        </pc:picChg>
        <pc:picChg chg="add del mod ord">
          <ac:chgData name="Jurij Ivanušič" userId="6c4326f7-8fbf-4da2-b659-3f2319b16ed1" providerId="ADAL" clId="{6DCD72AE-0F93-4C8C-B33A-84ACA13F9560}" dt="2025-03-28T08:59:35.140" v="62" actId="478"/>
          <ac:picMkLst>
            <pc:docMk/>
            <pc:sldMk cId="497607547" sldId="258"/>
            <ac:picMk id="16" creationId="{B8CC3FCC-1047-461E-90AA-837C386BA98C}"/>
          </ac:picMkLst>
        </pc:picChg>
        <pc:picChg chg="add del">
          <ac:chgData name="Jurij Ivanušič" userId="6c4326f7-8fbf-4da2-b659-3f2319b16ed1" providerId="ADAL" clId="{6DCD72AE-0F93-4C8C-B33A-84ACA13F9560}" dt="2025-03-28T08:59:37.191" v="64" actId="22"/>
          <ac:picMkLst>
            <pc:docMk/>
            <pc:sldMk cId="497607547" sldId="258"/>
            <ac:picMk id="21" creationId="{B25D50F8-C432-4852-855D-8055DE4C30EE}"/>
          </ac:picMkLst>
        </pc:picChg>
        <pc:picChg chg="add mod ord">
          <ac:chgData name="Jurij Ivanušič" userId="6c4326f7-8fbf-4da2-b659-3f2319b16ed1" providerId="ADAL" clId="{6DCD72AE-0F93-4C8C-B33A-84ACA13F9560}" dt="2025-03-28T08:59:42.282" v="65" actId="22"/>
          <ac:picMkLst>
            <pc:docMk/>
            <pc:sldMk cId="497607547" sldId="258"/>
            <ac:picMk id="23" creationId="{92BE24A2-A296-453F-B2F0-B4BE150F2FD1}"/>
          </ac:picMkLst>
        </pc:picChg>
        <pc:picChg chg="del">
          <ac:chgData name="Jurij Ivanušič" userId="6c4326f7-8fbf-4da2-b659-3f2319b16ed1" providerId="ADAL" clId="{6DCD72AE-0F93-4C8C-B33A-84ACA13F9560}" dt="2025-03-28T08:56:37.622" v="45" actId="478"/>
          <ac:picMkLst>
            <pc:docMk/>
            <pc:sldMk cId="497607547" sldId="258"/>
            <ac:picMk id="1026" creationId="{C9C5CC38-4FA4-489A-A66D-333DAE5E9022}"/>
          </ac:picMkLst>
        </pc:picChg>
      </pc:sldChg>
      <pc:sldChg chg="del">
        <pc:chgData name="Jurij Ivanušič" userId="6c4326f7-8fbf-4da2-b659-3f2319b16ed1" providerId="ADAL" clId="{6DCD72AE-0F93-4C8C-B33A-84ACA13F9560}" dt="2025-03-28T08:53:04.187" v="24" actId="47"/>
        <pc:sldMkLst>
          <pc:docMk/>
          <pc:sldMk cId="3501347425" sldId="260"/>
        </pc:sldMkLst>
      </pc:sldChg>
      <pc:sldChg chg="del">
        <pc:chgData name="Jurij Ivanušič" userId="6c4326f7-8fbf-4da2-b659-3f2319b16ed1" providerId="ADAL" clId="{6DCD72AE-0F93-4C8C-B33A-84ACA13F9560}" dt="2025-03-28T09:04:00.487" v="98" actId="2696"/>
        <pc:sldMkLst>
          <pc:docMk/>
          <pc:sldMk cId="1703342593" sldId="261"/>
        </pc:sldMkLst>
      </pc:sldChg>
      <pc:sldChg chg="addSp delSp modSp mod modAnim">
        <pc:chgData name="Jurij Ivanušič" userId="6c4326f7-8fbf-4da2-b659-3f2319b16ed1" providerId="ADAL" clId="{6DCD72AE-0F93-4C8C-B33A-84ACA13F9560}" dt="2025-04-10T09:40:00.809" v="126"/>
        <pc:sldMkLst>
          <pc:docMk/>
          <pc:sldMk cId="1922661265" sldId="262"/>
        </pc:sldMkLst>
        <pc:spChg chg="mod">
          <ac:chgData name="Jurij Ivanušič" userId="6c4326f7-8fbf-4da2-b659-3f2319b16ed1" providerId="ADAL" clId="{6DCD72AE-0F93-4C8C-B33A-84ACA13F9560}" dt="2025-03-28T09:02:38.469" v="78" actId="14100"/>
          <ac:spMkLst>
            <pc:docMk/>
            <pc:sldMk cId="1922661265" sldId="262"/>
            <ac:spMk id="4" creationId="{A070BBED-37C6-4A6D-89B3-E63C3FDD9673}"/>
          </ac:spMkLst>
        </pc:spChg>
        <pc:picChg chg="add del mod">
          <ac:chgData name="Jurij Ivanušič" userId="6c4326f7-8fbf-4da2-b659-3f2319b16ed1" providerId="ADAL" clId="{6DCD72AE-0F93-4C8C-B33A-84ACA13F9560}" dt="2025-03-28T09:02:48.375" v="83" actId="21"/>
          <ac:picMkLst>
            <pc:docMk/>
            <pc:sldMk cId="1922661265" sldId="262"/>
            <ac:picMk id="2054" creationId="{1AE4CEBE-E17D-49A8-9A64-A5E31AD724D6}"/>
          </ac:picMkLst>
        </pc:picChg>
      </pc:sldChg>
      <pc:sldChg chg="addSp delSp modSp modAnim">
        <pc:chgData name="Jurij Ivanušič" userId="6c4326f7-8fbf-4da2-b659-3f2319b16ed1" providerId="ADAL" clId="{6DCD72AE-0F93-4C8C-B33A-84ACA13F9560}" dt="2025-04-10T09:40:46.343" v="133"/>
        <pc:sldMkLst>
          <pc:docMk/>
          <pc:sldMk cId="2669855533" sldId="263"/>
        </pc:sldMkLst>
        <pc:picChg chg="add del mod">
          <ac:chgData name="Jurij Ivanušič" userId="6c4326f7-8fbf-4da2-b659-3f2319b16ed1" providerId="ADAL" clId="{6DCD72AE-0F93-4C8C-B33A-84ACA13F9560}" dt="2025-03-28T09:02:53.015" v="85"/>
          <ac:picMkLst>
            <pc:docMk/>
            <pc:sldMk cId="2669855533" sldId="263"/>
            <ac:picMk id="7" creationId="{11B6B217-8B80-469D-96F9-E53EC758EDAA}"/>
          </ac:picMkLst>
        </pc:picChg>
        <pc:picChg chg="add mod">
          <ac:chgData name="Jurij Ivanušič" userId="6c4326f7-8fbf-4da2-b659-3f2319b16ed1" providerId="ADAL" clId="{6DCD72AE-0F93-4C8C-B33A-84ACA13F9560}" dt="2025-03-28T09:03:27.750" v="95" actId="14100"/>
          <ac:picMkLst>
            <pc:docMk/>
            <pc:sldMk cId="2669855533" sldId="263"/>
            <ac:picMk id="8" creationId="{F4743546-971C-4915-8396-9A89F2283B67}"/>
          </ac:picMkLst>
        </pc:picChg>
        <pc:picChg chg="mod">
          <ac:chgData name="Jurij Ivanušič" userId="6c4326f7-8fbf-4da2-b659-3f2319b16ed1" providerId="ADAL" clId="{6DCD72AE-0F93-4C8C-B33A-84ACA13F9560}" dt="2025-03-28T09:03:50.659" v="97" actId="1076"/>
          <ac:picMkLst>
            <pc:docMk/>
            <pc:sldMk cId="2669855533" sldId="263"/>
            <ac:picMk id="3074" creationId="{1C57D2E1-596C-4E96-BE28-12D8F4553353}"/>
          </ac:picMkLst>
        </pc:picChg>
      </pc:sldChg>
      <pc:sldChg chg="modAnim">
        <pc:chgData name="Jurij Ivanušič" userId="6c4326f7-8fbf-4da2-b659-3f2319b16ed1" providerId="ADAL" clId="{6DCD72AE-0F93-4C8C-B33A-84ACA13F9560}" dt="2025-04-10T09:41:28.259" v="135"/>
        <pc:sldMkLst>
          <pc:docMk/>
          <pc:sldMk cId="2405125629" sldId="264"/>
        </pc:sldMkLst>
      </pc:sldChg>
      <pc:sldChg chg="modAnim">
        <pc:chgData name="Jurij Ivanušič" userId="6c4326f7-8fbf-4da2-b659-3f2319b16ed1" providerId="ADAL" clId="{6DCD72AE-0F93-4C8C-B33A-84ACA13F9560}" dt="2025-04-10T09:41:35.666" v="137"/>
        <pc:sldMkLst>
          <pc:docMk/>
          <pc:sldMk cId="3848361283" sldId="265"/>
        </pc:sldMkLst>
      </pc:sldChg>
      <pc:sldChg chg="addSp delSp modSp mod">
        <pc:chgData name="Jurij Ivanušič" userId="6c4326f7-8fbf-4da2-b659-3f2319b16ed1" providerId="ADAL" clId="{6DCD72AE-0F93-4C8C-B33A-84ACA13F9560}" dt="2025-03-28T08:50:09.836" v="3"/>
        <pc:sldMkLst>
          <pc:docMk/>
          <pc:sldMk cId="1057318205" sldId="268"/>
        </pc:sldMkLst>
        <pc:picChg chg="add del mod ord">
          <ac:chgData name="Jurij Ivanušič" userId="6c4326f7-8fbf-4da2-b659-3f2319b16ed1" providerId="ADAL" clId="{6DCD72AE-0F93-4C8C-B33A-84ACA13F9560}" dt="2025-03-28T08:50:09.836" v="3"/>
          <ac:picMkLst>
            <pc:docMk/>
            <pc:sldMk cId="1057318205" sldId="268"/>
            <ac:picMk id="18" creationId="{974210BE-0668-4435-A15A-7CDDA1148F3A}"/>
          </ac:picMkLst>
        </pc:picChg>
      </pc:sldChg>
      <pc:sldChg chg="addSp delSp modSp add del mod">
        <pc:chgData name="Jurij Ivanušič" userId="6c4326f7-8fbf-4da2-b659-3f2319b16ed1" providerId="ADAL" clId="{6DCD72AE-0F93-4C8C-B33A-84ACA13F9560}" dt="2025-04-10T06:09:36.747" v="99" actId="2696"/>
        <pc:sldMkLst>
          <pc:docMk/>
          <pc:sldMk cId="3884694325" sldId="269"/>
        </pc:sldMkLst>
        <pc:spChg chg="del mod">
          <ac:chgData name="Jurij Ivanušič" userId="6c4326f7-8fbf-4da2-b659-3f2319b16ed1" providerId="ADAL" clId="{6DCD72AE-0F93-4C8C-B33A-84ACA13F9560}" dt="2025-03-28T08:51:08.119" v="10" actId="478"/>
          <ac:spMkLst>
            <pc:docMk/>
            <pc:sldMk cId="3884694325" sldId="269"/>
            <ac:spMk id="2" creationId="{921633EB-7DCB-4DDC-80AF-C885A3EE1245}"/>
          </ac:spMkLst>
        </pc:spChg>
        <pc:spChg chg="del">
          <ac:chgData name="Jurij Ivanušič" userId="6c4326f7-8fbf-4da2-b659-3f2319b16ed1" providerId="ADAL" clId="{6DCD72AE-0F93-4C8C-B33A-84ACA13F9560}" dt="2025-03-28T08:51:15.478" v="12" actId="478"/>
          <ac:spMkLst>
            <pc:docMk/>
            <pc:sldMk cId="3884694325" sldId="269"/>
            <ac:spMk id="4" creationId="{A070BBED-37C6-4A6D-89B3-E63C3FDD9673}"/>
          </ac:spMkLst>
        </pc:spChg>
        <pc:spChg chg="add del mod">
          <ac:chgData name="Jurij Ivanušič" userId="6c4326f7-8fbf-4da2-b659-3f2319b16ed1" providerId="ADAL" clId="{6DCD72AE-0F93-4C8C-B33A-84ACA13F9560}" dt="2025-03-28T08:52:05.582" v="19" actId="478"/>
          <ac:spMkLst>
            <pc:docMk/>
            <pc:sldMk cId="3884694325" sldId="269"/>
            <ac:spMk id="7" creationId="{55D74182-9C1D-4D8A-96D4-56CF2D35E62A}"/>
          </ac:spMkLst>
        </pc:spChg>
        <pc:spChg chg="add del mod">
          <ac:chgData name="Jurij Ivanušič" userId="6c4326f7-8fbf-4da2-b659-3f2319b16ed1" providerId="ADAL" clId="{6DCD72AE-0F93-4C8C-B33A-84ACA13F9560}" dt="2025-03-28T08:52:07.717" v="20" actId="478"/>
          <ac:spMkLst>
            <pc:docMk/>
            <pc:sldMk cId="3884694325" sldId="269"/>
            <ac:spMk id="8" creationId="{F9C3007D-6B1B-4472-AAE7-769B98E92559}"/>
          </ac:spMkLst>
        </pc:spChg>
        <pc:picChg chg="add mod">
          <ac:chgData name="Jurij Ivanušič" userId="6c4326f7-8fbf-4da2-b659-3f2319b16ed1" providerId="ADAL" clId="{6DCD72AE-0F93-4C8C-B33A-84ACA13F9560}" dt="2025-03-28T08:51:12.166" v="11" actId="1076"/>
          <ac:picMkLst>
            <pc:docMk/>
            <pc:sldMk cId="3884694325" sldId="269"/>
            <ac:picMk id="5" creationId="{BF70D3DA-B7A0-45DD-A07E-C80FEFB02EE6}"/>
          </ac:picMkLst>
        </pc:picChg>
        <pc:picChg chg="add del mod">
          <ac:chgData name="Jurij Ivanušič" userId="6c4326f7-8fbf-4da2-b659-3f2319b16ed1" providerId="ADAL" clId="{6DCD72AE-0F93-4C8C-B33A-84ACA13F9560}" dt="2025-03-28T08:51:46.448" v="16" actId="478"/>
          <ac:picMkLst>
            <pc:docMk/>
            <pc:sldMk cId="3884694325" sldId="269"/>
            <ac:picMk id="10" creationId="{D3575B64-613D-43A4-95B4-8D221ED9D11A}"/>
          </ac:picMkLst>
        </pc:picChg>
        <pc:picChg chg="add del mod ord">
          <ac:chgData name="Jurij Ivanušič" userId="6c4326f7-8fbf-4da2-b659-3f2319b16ed1" providerId="ADAL" clId="{6DCD72AE-0F93-4C8C-B33A-84ACA13F9560}" dt="2025-03-28T08:53:31.300" v="26" actId="478"/>
          <ac:picMkLst>
            <pc:docMk/>
            <pc:sldMk cId="3884694325" sldId="269"/>
            <ac:picMk id="12" creationId="{D9CB3871-6653-477E-B12F-57E2770F0D48}"/>
          </ac:picMkLst>
        </pc:picChg>
        <pc:picChg chg="add mod">
          <ac:chgData name="Jurij Ivanušič" userId="6c4326f7-8fbf-4da2-b659-3f2319b16ed1" providerId="ADAL" clId="{6DCD72AE-0F93-4C8C-B33A-84ACA13F9560}" dt="2025-03-28T08:53:42.080" v="29" actId="14100"/>
          <ac:picMkLst>
            <pc:docMk/>
            <pc:sldMk cId="3884694325" sldId="269"/>
            <ac:picMk id="14" creationId="{98886611-60F1-4B45-92D7-D8F9FE1F4867}"/>
          </ac:picMkLst>
        </pc:picChg>
        <pc:picChg chg="del">
          <ac:chgData name="Jurij Ivanušič" userId="6c4326f7-8fbf-4da2-b659-3f2319b16ed1" providerId="ADAL" clId="{6DCD72AE-0F93-4C8C-B33A-84ACA13F9560}" dt="2025-03-28T08:51:16.453" v="13" actId="478"/>
          <ac:picMkLst>
            <pc:docMk/>
            <pc:sldMk cId="3884694325" sldId="269"/>
            <ac:picMk id="7170" creationId="{4BA60810-2AFA-4598-9337-52DDAEC0A12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glav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l-SI"/>
          </a:p>
        </p:txBody>
      </p:sp>
      <p:sp>
        <p:nvSpPr>
          <p:cNvPr id="3" name="Označba mesta za datum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E04C2E4-1799-44EC-9A5F-926B8B41230D}" type="datetime1">
              <a:rPr lang="sl-SI" smtClean="0"/>
              <a:t>10.04.2025</a:t>
            </a:fld>
            <a:endParaRPr lang="sl-SI"/>
          </a:p>
        </p:txBody>
      </p:sp>
      <p:sp>
        <p:nvSpPr>
          <p:cNvPr id="4" name="Označba mesta za nogo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l-SI"/>
          </a:p>
        </p:txBody>
      </p:sp>
      <p:sp>
        <p:nvSpPr>
          <p:cNvPr id="5" name="Označba mesta za številko diapoz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glav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l-SI" noProof="0"/>
          </a:p>
        </p:txBody>
      </p:sp>
      <p:sp>
        <p:nvSpPr>
          <p:cNvPr id="3" name="Označba mesta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AD9986F-2CFB-4DD6-BF3E-811922031ACF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4" name="Označba mesta za sliko diapoz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l-SI" noProof="0"/>
          </a:p>
        </p:txBody>
      </p:sp>
      <p:sp>
        <p:nvSpPr>
          <p:cNvPr id="5" name="Označba mesta za opomb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6" name="Označba mesta za nogo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l-SI" noProof="0"/>
          </a:p>
        </p:txBody>
      </p:sp>
      <p:sp>
        <p:nvSpPr>
          <p:cNvPr id="7" name="Označba mesta za številko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sl-SI" noProof="0" smtClean="0"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sliko diapoz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za opomb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sl-SI"/>
          </a:p>
        </p:txBody>
      </p:sp>
      <p:sp>
        <p:nvSpPr>
          <p:cNvPr id="4" name="Označba mesta za številko diapoz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25455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45168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1284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15380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50364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90982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5587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sliko diapoz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za opomb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sl-SI"/>
          </a:p>
        </p:txBody>
      </p:sp>
      <p:sp>
        <p:nvSpPr>
          <p:cNvPr id="4" name="Označba mesta za številko diapoz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54692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sl-SI" noProof="0"/>
              <a:t>Kliknite, če želite urediti slog podnaslova matrice</a:t>
            </a:r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906D7FF-76D5-4D6A-88D1-9EE7AB3A19E2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5" name="Označba mesta za nogo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sl-SI" noProof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vsebin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48ADC3-375B-4032-9493-CE560BE82322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5" name="Označba mesta za nogo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avokotni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besedil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l-SI" noProof="0"/>
              <a:t>Uredite sloge besedila matrice</a:t>
            </a:r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5CA9007-880C-4FEE-8EBF-BC8CDDE224E5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5" name="Označba mesta za nogo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sl-SI" noProof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avokotni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vsebin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4" name="Označba mesta za vsebin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5" name="Označba mesta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0AE8F5-79EC-48B0-A531-BC9551020046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6" name="Označba mesta za nogo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7" name="Označba mesta za številko diapoz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otni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Naslov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besedil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l-SI" noProof="0"/>
              <a:t>Uredite sloge besedila matrice</a:t>
            </a:r>
          </a:p>
        </p:txBody>
      </p:sp>
      <p:sp>
        <p:nvSpPr>
          <p:cNvPr id="4" name="Označba mesta za vsebin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5" name="Označba mesta za besedil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l-SI" noProof="0"/>
              <a:t>Uredite sloge besedila matrice</a:t>
            </a:r>
          </a:p>
        </p:txBody>
      </p:sp>
      <p:sp>
        <p:nvSpPr>
          <p:cNvPr id="6" name="Označba mesta za vsebin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7" name="Označba mesta za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9D9E92-BD5C-455F-A664-E9E8E2673CC6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8" name="Označba mesta za nogo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9" name="Označba mesta za številko diapoz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za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714C9B-5D99-45F5-B01E-A7EE53DF6090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4" name="Označba mesta za nogo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5" name="Označba mesta za številko diapoz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  <p:sp>
        <p:nvSpPr>
          <p:cNvPr id="7" name="Pravokotnik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Naslov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sl-SI" noProof="0"/>
              <a:t>Uredite slog naslova matrice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A8D092-16AD-4672-B4CD-6733BAA10710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3" name="Označba mesta za nogo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4" name="Označba mesta za številko diapoz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vsebin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4" name="Označba mesta za besedil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l-SI" noProof="0"/>
              <a:t>Uredite sloge besedila matrice</a:t>
            </a:r>
          </a:p>
        </p:txBody>
      </p:sp>
      <p:sp>
        <p:nvSpPr>
          <p:cNvPr id="5" name="Označba mesta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794BE44-8A9B-4B3B-A0F9-CD333FA017E8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6" name="Označba mesta za nogo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sl-SI" noProof="0"/>
          </a:p>
        </p:txBody>
      </p:sp>
      <p:sp>
        <p:nvSpPr>
          <p:cNvPr id="7" name="Označba mesta za številko diapoz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sliko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sl-SI" noProof="0"/>
              <a:t>Kliknite ikono, da dodate sliko</a:t>
            </a:r>
          </a:p>
        </p:txBody>
      </p:sp>
      <p:sp>
        <p:nvSpPr>
          <p:cNvPr id="4" name="Označba mesta za besedil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l-SI" noProof="0"/>
              <a:t>Uredite sloge besedila matrice</a:t>
            </a:r>
          </a:p>
        </p:txBody>
      </p:sp>
      <p:sp>
        <p:nvSpPr>
          <p:cNvPr id="5" name="Označba mesta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59D22-F62A-4D08-A7C6-62BCA3AE0521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6" name="Označba mesta za nogo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7" name="Označba mesta za številko diapoz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avokotni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Naslov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navpično besedilo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478F46-3726-458C-81F0-470F8514274F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5" name="Označba mesta za nogo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en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vpičen naslov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navpično besedilo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185867B-6A06-4597-930F-48FD707E63E8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5" name="Označba mesta za nogo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sl-SI" noProof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naslov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sl-SI" noProof="0"/>
              <a:t>Uredite slog naslova matrice</a:t>
            </a:r>
          </a:p>
        </p:txBody>
      </p:sp>
      <p:sp>
        <p:nvSpPr>
          <p:cNvPr id="3" name="Označba mesta za besedil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sl-SI" noProof="0"/>
              <a:t>Uredite sloge besedila matrice</a:t>
            </a:r>
          </a:p>
          <a:p>
            <a:pPr lvl="1" rtl="0"/>
            <a:r>
              <a:rPr lang="sl-SI" noProof="0"/>
              <a:t>Druga raven</a:t>
            </a:r>
          </a:p>
          <a:p>
            <a:pPr lvl="2" rtl="0"/>
            <a:r>
              <a:rPr lang="sl-SI" noProof="0"/>
              <a:t>Tretja raven</a:t>
            </a:r>
          </a:p>
          <a:p>
            <a:pPr lvl="3" rtl="0"/>
            <a:r>
              <a:rPr lang="sl-SI" noProof="0"/>
              <a:t>Četrta raven</a:t>
            </a:r>
          </a:p>
          <a:p>
            <a:pPr lvl="4" rtl="0"/>
            <a:r>
              <a:rPr lang="sl-SI" noProof="0"/>
              <a:t>Peta raven</a:t>
            </a:r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66E6CA59-AF96-43B4-9304-2F4A16AF8B32}" type="datetime1">
              <a:rPr lang="sl-SI" noProof="0" smtClean="0"/>
              <a:t>10.04.2025</a:t>
            </a:fld>
            <a:endParaRPr lang="sl-SI" noProof="0"/>
          </a:p>
        </p:txBody>
      </p:sp>
      <p:sp>
        <p:nvSpPr>
          <p:cNvPr id="5" name="Označba mesta za nogo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sl-SI" noProof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sl-SI" noProof="0" smtClean="0"/>
              <a:pPr/>
              <a:t>‹#›</a:t>
            </a:fld>
            <a:endParaRPr lang="sl-SI" noProof="0"/>
          </a:p>
        </p:txBody>
      </p:sp>
      <p:sp>
        <p:nvSpPr>
          <p:cNvPr id="9" name="Pravokotni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Pravokotni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Pravokotni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Pravokotni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sl-SI"/>
          </a:p>
        </p:txBody>
      </p:sp>
      <p:pic>
        <p:nvPicPr>
          <p:cNvPr id="7" name="Slika 6" descr="Digitalne povezave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Skupina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Pravokotni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Pravokotni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Pravokotni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Pravokotni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sl-SI" sz="6000" dirty="0">
                <a:solidFill>
                  <a:schemeClr val="bg1"/>
                </a:solidFill>
              </a:rPr>
              <a:t>Računalniško omrežje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sl-SI" dirty="0">
                <a:solidFill>
                  <a:srgbClr val="7CEBFF"/>
                </a:solidFill>
              </a:rPr>
              <a:t>RAZUMEVANJE DELOVANJA računalniškega OMREŽJA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Kaj je računalniško omrežje?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Povezava med računalniki za izmenjavo podatkov.</a:t>
            </a:r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Primer: največje omrežje na svetu je Internet.</a:t>
            </a:r>
          </a:p>
          <a:p>
            <a:pPr marL="0" indent="0">
              <a:buNone/>
            </a:pPr>
            <a:endParaRPr lang="pl-PL" dirty="0" err="1"/>
          </a:p>
        </p:txBody>
      </p:sp>
      <p:pic>
        <p:nvPicPr>
          <p:cNvPr id="23" name="Označba mesta vsebine 22">
            <a:extLst>
              <a:ext uri="{FF2B5EF4-FFF2-40B4-BE49-F238E27FC236}">
                <a16:creationId xmlns:a16="http://schemas.microsoft.com/office/drawing/2014/main" id="{92BE24A2-A296-453F-B2F0-B4BE150F2F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1518" y="2227263"/>
            <a:ext cx="5376013" cy="3633787"/>
          </a:xfr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Ključne komponente omrežja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Računalnik (odjemalec)</a:t>
            </a:r>
          </a:p>
          <a:p>
            <a:r>
              <a:rPr lang="pl-PL" dirty="0"/>
              <a:t>Strežnik</a:t>
            </a:r>
          </a:p>
          <a:p>
            <a:r>
              <a:rPr lang="pl-PL" dirty="0"/>
              <a:t>Usmerjevalnik (router)</a:t>
            </a:r>
          </a:p>
          <a:p>
            <a:r>
              <a:rPr lang="pl-PL" dirty="0"/>
              <a:t>Kabel ali Wi-Fi</a:t>
            </a:r>
          </a:p>
        </p:txBody>
      </p:sp>
      <p:pic>
        <p:nvPicPr>
          <p:cNvPr id="2052" name="Picture 4" descr="Computer Networks | Advantages, Types, Roles">
            <a:extLst>
              <a:ext uri="{FF2B5EF4-FFF2-40B4-BE49-F238E27FC236}">
                <a16:creationId xmlns:a16="http://schemas.microsoft.com/office/drawing/2014/main" id="{BC70DE29-DA66-4C37-941F-7BAB301AFDB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802" y="2227263"/>
            <a:ext cx="4377445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66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 Kako omrežje deluje?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Računalniki pošiljajo in prejemajo podatke.</a:t>
            </a:r>
          </a:p>
          <a:p>
            <a:r>
              <a:rPr lang="pl-PL" dirty="0"/>
              <a:t>Podatki se prenašajo v obliki paketov.</a:t>
            </a:r>
          </a:p>
          <a:p>
            <a:r>
              <a:rPr lang="pl-PL" dirty="0"/>
              <a:t>Vsak računalnik ima svoj naslov (IP-naslov).</a:t>
            </a:r>
          </a:p>
        </p:txBody>
      </p:sp>
      <p:pic>
        <p:nvPicPr>
          <p:cNvPr id="3074" name="Picture 2" descr="Unicast Example - A PC sending a packet to another PC - Sierra Hardware  Design's Blog">
            <a:extLst>
              <a:ext uri="{FF2B5EF4-FFF2-40B4-BE49-F238E27FC236}">
                <a16:creationId xmlns:a16="http://schemas.microsoft.com/office/drawing/2014/main" id="{1C57D2E1-596C-4E96-BE28-12D8F455335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648" y="2027378"/>
            <a:ext cx="4487137" cy="23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ow the Internet works: A simple introduction">
            <a:extLst>
              <a:ext uri="{FF2B5EF4-FFF2-40B4-BE49-F238E27FC236}">
                <a16:creationId xmlns:a16="http://schemas.microsoft.com/office/drawing/2014/main" id="{F4743546-971C-4915-8396-9A89F2283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670" y="4401746"/>
            <a:ext cx="4487137" cy="224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85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Vrste omrežij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Lokalno omrežje (LAN): Povezuje računalnike v isti sobi ali stavbi.</a:t>
            </a:r>
          </a:p>
          <a:p>
            <a:r>
              <a:rPr lang="pl-PL" dirty="0"/>
              <a:t>Široko omrežje (WAN): Povezuje računalnike na dolge razdalje (npr. internet).</a:t>
            </a:r>
          </a:p>
        </p:txBody>
      </p:sp>
      <p:pic>
        <p:nvPicPr>
          <p:cNvPr id="4098" name="Picture 2" descr="LAN and WAN: Differences | Board Infinity">
            <a:extLst>
              <a:ext uri="{FF2B5EF4-FFF2-40B4-BE49-F238E27FC236}">
                <a16:creationId xmlns:a16="http://schemas.microsoft.com/office/drawing/2014/main" id="{527B0FA5-8E00-4B94-9956-F9BBF54F13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941" y="2696764"/>
            <a:ext cx="4829518" cy="270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12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Zakaj uporabljamo računalniška omrežja?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Skupna raba datotek</a:t>
            </a:r>
          </a:p>
          <a:p>
            <a:r>
              <a:rPr lang="pl-PL" dirty="0"/>
              <a:t>Dostop do interneta</a:t>
            </a:r>
          </a:p>
          <a:p>
            <a:r>
              <a:rPr lang="pl-PL" dirty="0"/>
              <a:t>Igranje večigralskih iger</a:t>
            </a:r>
          </a:p>
          <a:p>
            <a:r>
              <a:rPr lang="pl-PL" dirty="0"/>
              <a:t>Komunikacija (e-pošta, video klici)</a:t>
            </a:r>
          </a:p>
        </p:txBody>
      </p:sp>
      <p:pic>
        <p:nvPicPr>
          <p:cNvPr id="7" name="Označba mesta vsebine 6">
            <a:extLst>
              <a:ext uri="{FF2B5EF4-FFF2-40B4-BE49-F238E27FC236}">
                <a16:creationId xmlns:a16="http://schemas.microsoft.com/office/drawing/2014/main" id="{FD1F7175-A3FC-46EE-BF80-9F61AA0EE2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97051" y="2227263"/>
            <a:ext cx="3604947" cy="3633787"/>
          </a:xfrm>
        </p:spPr>
      </p:pic>
    </p:spTree>
    <p:extLst>
      <p:ext uri="{BB962C8B-B14F-4D97-AF65-F5344CB8AC3E}">
        <p14:creationId xmlns:p14="http://schemas.microsoft.com/office/powerpoint/2010/main" val="384836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Zabavna aktivnost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Predlog igre: Učenci "igrajo" omrežje z izmenjavo listkov kot podatkov.</a:t>
            </a:r>
          </a:p>
          <a:p>
            <a:r>
              <a:rPr lang="pl-PL" dirty="0"/>
              <a:t>Naloga: Naj ugotovijo, kdo je strežnik, kdo odjemalec itd.</a:t>
            </a:r>
          </a:p>
          <a:p>
            <a:r>
              <a:rPr lang="pl-PL" dirty="0"/>
              <a:t>Igranje večigralskih iger</a:t>
            </a:r>
          </a:p>
          <a:p>
            <a:r>
              <a:rPr lang="pl-PL" dirty="0"/>
              <a:t>Komunikacija (e-pošta, video klici)</a:t>
            </a:r>
          </a:p>
        </p:txBody>
      </p:sp>
      <p:pic>
        <p:nvPicPr>
          <p:cNvPr id="6148" name="Picture 4" descr="191 Kids Sticky Notes Stock Photos - Free &amp; Royalty-Free Stock Photos from  Dreamstime">
            <a:extLst>
              <a:ext uri="{FF2B5EF4-FFF2-40B4-BE49-F238E27FC236}">
                <a16:creationId xmlns:a16="http://schemas.microsoft.com/office/drawing/2014/main" id="{E554C54D-185D-408D-AD40-F77D7B99FBC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2234264"/>
            <a:ext cx="5422900" cy="361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25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 dirty="0"/>
              <a:t>Zaključek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070BBED-37C6-4A6D-89B3-E63C3FDD9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Računalniško omrežje povezuje svet.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Imate kakšna vprašanja?</a:t>
            </a:r>
          </a:p>
        </p:txBody>
      </p:sp>
      <p:pic>
        <p:nvPicPr>
          <p:cNvPr id="7170" name="Picture 2" descr="Intrinsic Motivation: A deep dive - by Frazer Mawson">
            <a:extLst>
              <a:ext uri="{FF2B5EF4-FFF2-40B4-BE49-F238E27FC236}">
                <a16:creationId xmlns:a16="http://schemas.microsoft.com/office/drawing/2014/main" id="{4BA60810-2AFA-4598-9337-52DDAEC0A12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2625860"/>
            <a:ext cx="5422900" cy="283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33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ravokotnik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sl-SI"/>
          </a:p>
        </p:txBody>
      </p:sp>
      <p:sp>
        <p:nvSpPr>
          <p:cNvPr id="12" name="Pravokotnik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Pravokotnik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Pravokotnik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Pravokotnik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odnaslov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sl-SI" dirty="0">
              <a:solidFill>
                <a:schemeClr val="bg2"/>
              </a:solidFill>
            </a:endParaRPr>
          </a:p>
          <a:p>
            <a:pPr rtl="0"/>
            <a:endParaRPr lang="sl-SI" dirty="0">
              <a:solidFill>
                <a:schemeClr val="bg2"/>
              </a:solidFill>
            </a:endParaRP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C80D01A7-CBCB-4496-95D3-B0688E47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34" y="719471"/>
            <a:ext cx="9208331" cy="56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18205"/>
      </p:ext>
    </p:extLst>
  </p:cSld>
  <p:clrMapOvr>
    <a:masterClrMapping/>
  </p:clrMapOvr>
</p:sld>
</file>

<file path=ppt/theme/theme1.xml><?xml version="1.0" encoding="utf-8"?>
<a:theme xmlns:a="http://schemas.openxmlformats.org/drawingml/2006/main" name="Deljenec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1_TF56390039_Win32" id="{28F478EF-5E46-480F-A2D7-983F2C6E78EA}" vid="{E542776D-9CDE-468C-9331-1100A02C6AC1}"/>
    </a:ext>
  </a:extLst>
</a:theme>
</file>

<file path=ppt/theme/theme2.xml><?xml version="1.0" encoding="utf-8"?>
<a:theme xmlns:a="http://schemas.openxmlformats.org/drawingml/2006/main" name="Officeova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ova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Zasnova na temo tehnologije</Template>
  <TotalTime>1890</TotalTime>
  <Words>177</Words>
  <Application>Microsoft Office PowerPoint</Application>
  <PresentationFormat>Širokozaslonsko</PresentationFormat>
  <Paragraphs>42</Paragraphs>
  <Slides>9</Slides>
  <Notes>9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Wingdings 2</vt:lpstr>
      <vt:lpstr>Deljenec</vt:lpstr>
      <vt:lpstr>Računalniško omrežje</vt:lpstr>
      <vt:lpstr>Kaj je računalniško omrežje?</vt:lpstr>
      <vt:lpstr>Ključne komponente omrežja</vt:lpstr>
      <vt:lpstr> Kako omrežje deluje?</vt:lpstr>
      <vt:lpstr>Vrste omrežij</vt:lpstr>
      <vt:lpstr>Zakaj uporabljamo računalniška omrežja?</vt:lpstr>
      <vt:lpstr>Zabavna aktivnost</vt:lpstr>
      <vt:lpstr>Zaključek</vt:lpstr>
      <vt:lpstr>PowerPointova predstavitev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Računalniško omrežje</dc:title>
  <dc:creator>Jurij Ivanušič</dc:creator>
  <cp:lastModifiedBy>Jurij Ivanušič</cp:lastModifiedBy>
  <cp:revision>8</cp:revision>
  <dcterms:created xsi:type="dcterms:W3CDTF">2025-03-28T07:48:24Z</dcterms:created>
  <dcterms:modified xsi:type="dcterms:W3CDTF">2025-04-11T12:19:03Z</dcterms:modified>
</cp:coreProperties>
</file>